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6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Mar-25</c:v>
                  </c:pt>
                  <c:pt idx="1">
                    <c:v>Apr-25</c:v>
                  </c:pt>
                  <c:pt idx="2">
                    <c:v>May-25</c:v>
                  </c:pt>
                  <c:pt idx="3">
                    <c:v>Jun-25</c:v>
                  </c:pt>
                  <c:pt idx="4">
                    <c:v>Jul-25</c:v>
                  </c:pt>
                  <c:pt idx="5">
                    <c:v>Aug-25</c:v>
                  </c:pt>
                  <c:pt idx="6">
                    <c:v>Sep-25</c:v>
                  </c:pt>
                  <c:pt idx="7">
                    <c:v>Oct-25</c:v>
                  </c:pt>
                  <c:pt idx="8">
                    <c:v>Nov-25</c:v>
                  </c:pt>
                  <c:pt idx="9">
                    <c:v>Dec-25</c:v>
                  </c:pt>
                  <c:pt idx="10">
                    <c:v>Jan-26</c:v>
                  </c:pt>
                  <c:pt idx="11">
                    <c:v>Feb-26</c:v>
                  </c:pt>
                  <c:pt idx="12">
                    <c:v>Mar-26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1.96</c:v>
                </c:pt>
                <c:pt idx="1">
                  <c:v>4.18</c:v>
                </c:pt>
                <c:pt idx="2">
                  <c:v>14.59</c:v>
                </c:pt>
                <c:pt idx="3">
                  <c:v>21.13</c:v>
                </c:pt>
                <c:pt idx="4">
                  <c:v>0.8699999999999974</c:v>
                </c:pt>
                <c:pt idx="5">
                  <c:v>0</c:v>
                </c:pt>
                <c:pt idx="6">
                  <c:v>0.4100000000000037</c:v>
                </c:pt>
                <c:pt idx="7">
                  <c:v>13.119999999999997</c:v>
                </c:pt>
                <c:pt idx="8">
                  <c:v>20.79</c:v>
                </c:pt>
                <c:pt idx="9">
                  <c:v>17.659999999999997</c:v>
                </c:pt>
                <c:pt idx="10">
                  <c:v>5.260000000000005</c:v>
                </c:pt>
                <c:pt idx="11">
                  <c:v>0.030000000000001137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Mar-25</c:v>
                  </c:pt>
                  <c:pt idx="1">
                    <c:v>Apr-25</c:v>
                  </c:pt>
                  <c:pt idx="2">
                    <c:v>May-25</c:v>
                  </c:pt>
                  <c:pt idx="3">
                    <c:v>Jun-25</c:v>
                  </c:pt>
                  <c:pt idx="4">
                    <c:v>Jul-25</c:v>
                  </c:pt>
                  <c:pt idx="5">
                    <c:v>Aug-25</c:v>
                  </c:pt>
                  <c:pt idx="6">
                    <c:v>Sep-25</c:v>
                  </c:pt>
                  <c:pt idx="7">
                    <c:v>Oct-25</c:v>
                  </c:pt>
                  <c:pt idx="8">
                    <c:v>Nov-25</c:v>
                  </c:pt>
                  <c:pt idx="9">
                    <c:v>Dec-25</c:v>
                  </c:pt>
                  <c:pt idx="10">
                    <c:v>Jan-26</c:v>
                  </c:pt>
                  <c:pt idx="11">
                    <c:v>Feb-26</c:v>
                  </c:pt>
                  <c:pt idx="12">
                    <c:v>Mar-26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1.02</c:v>
                </c:pt>
                <c:pt idx="1">
                  <c:v>0.8699999999999999</c:v>
                </c:pt>
                <c:pt idx="2">
                  <c:v>2.25</c:v>
                </c:pt>
                <c:pt idx="3">
                  <c:v>3.8500000000000005</c:v>
                </c:pt>
                <c:pt idx="4">
                  <c:v>1.5999999999999996</c:v>
                </c:pt>
                <c:pt idx="5">
                  <c:v>2.9800000000000004</c:v>
                </c:pt>
                <c:pt idx="6">
                  <c:v>1.0199999999999996</c:v>
                </c:pt>
                <c:pt idx="7">
                  <c:v>2.1799999999999997</c:v>
                </c:pt>
                <c:pt idx="8">
                  <c:v>12.79</c:v>
                </c:pt>
                <c:pt idx="9">
                  <c:v>21.220000000000002</c:v>
                </c:pt>
                <c:pt idx="10">
                  <c:v>14.459999999999994</c:v>
                </c:pt>
                <c:pt idx="11">
                  <c:v>22.97</c:v>
                </c:pt>
                <c:pt idx="12">
                  <c:v>12.790000000000006</c:v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375C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Mar-25</c:v>
                  </c:pt>
                  <c:pt idx="1">
                    <c:v>Apr-25</c:v>
                  </c:pt>
                  <c:pt idx="2">
                    <c:v>May-25</c:v>
                  </c:pt>
                  <c:pt idx="3">
                    <c:v>Jun-25</c:v>
                  </c:pt>
                  <c:pt idx="4">
                    <c:v>Jul-25</c:v>
                  </c:pt>
                  <c:pt idx="5">
                    <c:v>Aug-25</c:v>
                  </c:pt>
                  <c:pt idx="6">
                    <c:v>Sep-25</c:v>
                  </c:pt>
                  <c:pt idx="7">
                    <c:v>Oct-25</c:v>
                  </c:pt>
                  <c:pt idx="8">
                    <c:v>Nov-25</c:v>
                  </c:pt>
                  <c:pt idx="9">
                    <c:v>Dec-25</c:v>
                  </c:pt>
                  <c:pt idx="10">
                    <c:v>Jan-26</c:v>
                  </c:pt>
                  <c:pt idx="11">
                    <c:v>Feb-26</c:v>
                  </c:pt>
                  <c:pt idx="12">
                    <c:v>Mar-26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1.96</c:v>
                </c:pt>
                <c:pt idx="1">
                  <c:v>6.14</c:v>
                </c:pt>
                <c:pt idx="2">
                  <c:v>20.73</c:v>
                </c:pt>
                <c:pt idx="3">
                  <c:v>41.86</c:v>
                </c:pt>
                <c:pt idx="4">
                  <c:v>42.73</c:v>
                </c:pt>
                <c:pt idx="5">
                  <c:v>42.73</c:v>
                </c:pt>
                <c:pt idx="6">
                  <c:v>43.14</c:v>
                </c:pt>
                <c:pt idx="7">
                  <c:v>56.26</c:v>
                </c:pt>
                <c:pt idx="8">
                  <c:v>77.05</c:v>
                </c:pt>
                <c:pt idx="9">
                  <c:v>94.71</c:v>
                </c:pt>
                <c:pt idx="10">
                  <c:v>99.97</c:v>
                </c:pt>
                <c:pt idx="11">
                  <c:v>100</c:v>
                </c:pt>
                <c:pt idx="12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Mar-25</c:v>
                  </c:pt>
                  <c:pt idx="1">
                    <c:v>Apr-25</c:v>
                  </c:pt>
                  <c:pt idx="2">
                    <c:v>May-25</c:v>
                  </c:pt>
                  <c:pt idx="3">
                    <c:v>Jun-25</c:v>
                  </c:pt>
                  <c:pt idx="4">
                    <c:v>Jul-25</c:v>
                  </c:pt>
                  <c:pt idx="5">
                    <c:v>Aug-25</c:v>
                  </c:pt>
                  <c:pt idx="6">
                    <c:v>Sep-25</c:v>
                  </c:pt>
                  <c:pt idx="7">
                    <c:v>Oct-25</c:v>
                  </c:pt>
                  <c:pt idx="8">
                    <c:v>Nov-25</c:v>
                  </c:pt>
                  <c:pt idx="9">
                    <c:v>Dec-25</c:v>
                  </c:pt>
                  <c:pt idx="10">
                    <c:v>Jan-26</c:v>
                  </c:pt>
                  <c:pt idx="11">
                    <c:v>Feb-26</c:v>
                  </c:pt>
                  <c:pt idx="12">
                    <c:v>Mar-26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1.02</c:v>
                </c:pt>
                <c:pt idx="1">
                  <c:v>1.89</c:v>
                </c:pt>
                <c:pt idx="2">
                  <c:v>4.14</c:v>
                </c:pt>
                <c:pt idx="3">
                  <c:v>7.99</c:v>
                </c:pt>
                <c:pt idx="4">
                  <c:v>9.59</c:v>
                </c:pt>
                <c:pt idx="5">
                  <c:v>12.57</c:v>
                </c:pt>
                <c:pt idx="6">
                  <c:v>13.59</c:v>
                </c:pt>
                <c:pt idx="7">
                  <c:v>15.77</c:v>
                </c:pt>
                <c:pt idx="8">
                  <c:v>28.56</c:v>
                </c:pt>
                <c:pt idx="9">
                  <c:v>49.78</c:v>
                </c:pt>
                <c:pt idx="10">
                  <c:v>64.24</c:v>
                </c:pt>
                <c:pt idx="11">
                  <c:v>87.21</c:v>
                </c:pt>
                <c:pt idx="12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6.19</c:v>
                </c:pt>
                <c:pt idx="2">
                  <c:v>22.33</c:v>
                </c:pt>
                <c:pt idx="3">
                  <c:v>24.94</c:v>
                </c:pt>
                <c:pt idx="4">
                  <c:v>27.630000000000003</c:v>
                </c:pt>
                <c:pt idx="5">
                  <c:v>13.450000000000003</c:v>
                </c:pt>
                <c:pt idx="6">
                  <c:v>3.7299999999999898</c:v>
                </c:pt>
                <c:pt idx="7">
                  <c:v>0</c:v>
                </c:pt>
                <c:pt idx="8">
                  <c:v>0</c:v>
                </c:pt>
                <c:pt idx="9">
                  <c:v>0.18000000000000682</c:v>
                </c:pt>
                <c:pt idx="10">
                  <c:v>1.5499999999999972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0.04</c:v>
                </c:pt>
                <c:pt idx="1">
                  <c:v>4.15</c:v>
                </c:pt>
                <c:pt idx="2">
                  <c:v>4.04</c:v>
                </c:pt>
                <c:pt idx="3">
                  <c:v>9.059999999999999</c:v>
                </c:pt>
                <c:pt idx="4">
                  <c:v>8.96</c:v>
                </c:pt>
                <c:pt idx="5">
                  <c:v>4.870000000000001</c:v>
                </c:pt>
                <c:pt idx="6">
                  <c:v>7.470000000000002</c:v>
                </c:pt>
                <c:pt idx="7">
                  <c:v>12.019999999999996</c:v>
                </c:pt>
                <c:pt idx="8">
                  <c:v>11.660000000000004</c:v>
                </c:pt>
                <c:pt idx="9">
                  <c:v>4.210000000000001</c:v>
                </c:pt>
                <c:pt idx="10">
                  <c:v/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375C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6.19</c:v>
                </c:pt>
                <c:pt idx="2">
                  <c:v>28.52</c:v>
                </c:pt>
                <c:pt idx="3">
                  <c:v>53.46</c:v>
                </c:pt>
                <c:pt idx="4">
                  <c:v>81.09</c:v>
                </c:pt>
                <c:pt idx="5">
                  <c:v>94.54</c:v>
                </c:pt>
                <c:pt idx="6">
                  <c:v>98.27</c:v>
                </c:pt>
                <c:pt idx="7">
                  <c:v>98.27</c:v>
                </c:pt>
                <c:pt idx="8">
                  <c:v>98.27</c:v>
                </c:pt>
                <c:pt idx="9">
                  <c:v>98.45</c:v>
                </c:pt>
                <c:pt idx="10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375C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0.04</c:v>
                </c:pt>
                <c:pt idx="1">
                  <c:v>4.19</c:v>
                </c:pt>
                <c:pt idx="2">
                  <c:v>8.23</c:v>
                </c:pt>
                <c:pt idx="3">
                  <c:v>17.29</c:v>
                </c:pt>
                <c:pt idx="4">
                  <c:v>26.25</c:v>
                </c:pt>
                <c:pt idx="5">
                  <c:v>31.12</c:v>
                </c:pt>
                <c:pt idx="6">
                  <c:v>38.59</c:v>
                </c:pt>
                <c:pt idx="7">
                  <c:v>50.61</c:v>
                </c:pt>
                <c:pt idx="8">
                  <c:v>62.27</c:v>
                </c:pt>
                <c:pt idx="9">
                  <c:v>66.48</c:v>
                </c:pt>
                <c:pt idx="1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0.01</c:v>
                </c:pt>
                <c:pt idx="1">
                  <c:v>0.97</c:v>
                </c:pt>
                <c:pt idx="2">
                  <c:v>28.86</c:v>
                </c:pt>
                <c:pt idx="3">
                  <c:v>34.56</c:v>
                </c:pt>
                <c:pt idx="4">
                  <c:v>23.489999999999995</c:v>
                </c:pt>
                <c:pt idx="5">
                  <c:v>10.170000000000002</c:v>
                </c:pt>
                <c:pt idx="6">
                  <c:v>0.21999999999999886</c:v>
                </c:pt>
                <c:pt idx="7">
                  <c:v>0</c:v>
                </c:pt>
                <c:pt idx="8">
                  <c:v>0</c:v>
                </c:pt>
                <c:pt idx="9">
                  <c:v>1.6599999999999966</c:v>
                </c:pt>
                <c:pt idx="10">
                  <c:v>0.060000000000002274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1.03</c:v>
                </c:pt>
                <c:pt idx="2">
                  <c:v>5.9799999999999995</c:v>
                </c:pt>
                <c:pt idx="3">
                  <c:v>3.8499999999999996</c:v>
                </c:pt>
                <c:pt idx="4">
                  <c:v>1.200000000000001</c:v>
                </c:pt>
                <c:pt idx="5">
                  <c:v>1.8399999999999999</c:v>
                </c:pt>
                <c:pt idx="6">
                  <c:v>6.15</c:v>
                </c:pt>
                <c:pt idx="7">
                  <c:v>13.379999999999999</c:v>
                </c:pt>
                <c:pt idx="8">
                  <c:v>19.240000000000002</c:v>
                </c:pt>
                <c:pt idx="9">
                  <c:v>2.549999999999997</c:v>
                </c:pt>
                <c:pt idx="10">
                  <c:v/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0.01</c:v>
                </c:pt>
                <c:pt idx="1">
                  <c:v>0.98</c:v>
                </c:pt>
                <c:pt idx="2">
                  <c:v>29.84</c:v>
                </c:pt>
                <c:pt idx="3">
                  <c:v>64.4</c:v>
                </c:pt>
                <c:pt idx="4">
                  <c:v>87.89</c:v>
                </c:pt>
                <c:pt idx="5">
                  <c:v>98.06</c:v>
                </c:pt>
                <c:pt idx="6">
                  <c:v>98.28</c:v>
                </c:pt>
                <c:pt idx="7">
                  <c:v>98.28</c:v>
                </c:pt>
                <c:pt idx="8">
                  <c:v>98.28</c:v>
                </c:pt>
                <c:pt idx="9">
                  <c:v>99.94</c:v>
                </c:pt>
                <c:pt idx="10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Nov-25</c:v>
                  </c:pt>
                  <c:pt idx="1">
                    <c:v>Dec-25</c:v>
                  </c:pt>
                  <c:pt idx="2">
                    <c:v>Jan-26</c:v>
                  </c:pt>
                  <c:pt idx="3">
                    <c:v>Feb-26</c:v>
                  </c:pt>
                  <c:pt idx="4">
                    <c:v>Mar-26</c:v>
                  </c:pt>
                  <c:pt idx="5">
                    <c:v>Apr-26</c:v>
                  </c:pt>
                  <c:pt idx="6">
                    <c:v>May-26</c:v>
                  </c:pt>
                  <c:pt idx="7">
                    <c:v>Jun-26</c:v>
                  </c:pt>
                  <c:pt idx="8">
                    <c:v>Jul-26</c:v>
                  </c:pt>
                  <c:pt idx="9">
                    <c:v>Aug-26</c:v>
                  </c:pt>
                  <c:pt idx="10">
                    <c:v>Sep-26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1.03</c:v>
                </c:pt>
                <c:pt idx="2">
                  <c:v>7.01</c:v>
                </c:pt>
                <c:pt idx="3">
                  <c:v>10.86</c:v>
                </c:pt>
                <c:pt idx="4">
                  <c:v>12.06</c:v>
                </c:pt>
                <c:pt idx="5">
                  <c:v>13.9</c:v>
                </c:pt>
                <c:pt idx="6">
                  <c:v>20.05</c:v>
                </c:pt>
                <c:pt idx="7">
                  <c:v>33.43</c:v>
                </c:pt>
                <c:pt idx="8">
                  <c:v>52.67</c:v>
                </c:pt>
                <c:pt idx="9">
                  <c:v>55.22</c:v>
                </c:pt>
                <c:pt idx="1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Dec-25</c:v>
                  </c:pt>
                  <c:pt idx="1">
                    <c:v>Jan-26</c:v>
                  </c:pt>
                  <c:pt idx="2">
                    <c:v>Feb-26</c:v>
                  </c:pt>
                  <c:pt idx="3">
                    <c:v>Mar-26</c:v>
                  </c:pt>
                  <c:pt idx="4">
                    <c:v>Apr-26</c:v>
                  </c:pt>
                  <c:pt idx="5">
                    <c:v>May-26</c:v>
                  </c:pt>
                  <c:pt idx="6">
                    <c:v>Jun-26</c:v>
                  </c:pt>
                  <c:pt idx="7">
                    <c:v>Jul-26</c:v>
                  </c:pt>
                  <c:pt idx="8">
                    <c:v>Aug-26</c:v>
                  </c:pt>
                  <c:pt idx="9">
                    <c:v>Sep-26</c:v>
                  </c:pt>
                  <c:pt idx="10">
                    <c:v>Oct-26</c:v>
                  </c:pt>
                  <c:pt idx="11">
                    <c:v>Nov-26</c:v>
                  </c:pt>
                  <c:pt idx="12">
                    <c:v>Dec-26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0.11</c:v>
                </c:pt>
                <c:pt idx="1">
                  <c:v>11.190000000000001</c:v>
                </c:pt>
                <c:pt idx="2">
                  <c:v>17.65</c:v>
                </c:pt>
                <c:pt idx="3">
                  <c:v>21.7</c:v>
                </c:pt>
                <c:pt idx="4">
                  <c:v>18.520000000000003</c:v>
                </c:pt>
                <c:pt idx="5">
                  <c:v>15.709999999999994</c:v>
                </c:pt>
                <c:pt idx="6">
                  <c:v>9.150000000000006</c:v>
                </c:pt>
                <c:pt idx="7">
                  <c:v>0</c:v>
                </c:pt>
                <c:pt idx="8">
                  <c:v>0</c:v>
                </c:pt>
                <c:pt idx="9">
                  <c:v>0.6700000000000017</c:v>
                </c:pt>
                <c:pt idx="10">
                  <c:v>3.519999999999996</c:v>
                </c:pt>
                <c:pt idx="11">
                  <c:v>1.4000000000000057</c:v>
                </c:pt>
                <c:pt idx="12">
                  <c:v>0.37999999999999545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Dec-25</c:v>
                  </c:pt>
                  <c:pt idx="1">
                    <c:v>Jan-26</c:v>
                  </c:pt>
                  <c:pt idx="2">
                    <c:v>Feb-26</c:v>
                  </c:pt>
                  <c:pt idx="3">
                    <c:v>Mar-26</c:v>
                  </c:pt>
                  <c:pt idx="4">
                    <c:v>Apr-26</c:v>
                  </c:pt>
                  <c:pt idx="5">
                    <c:v>May-26</c:v>
                  </c:pt>
                  <c:pt idx="6">
                    <c:v>Jun-26</c:v>
                  </c:pt>
                  <c:pt idx="7">
                    <c:v>Jul-26</c:v>
                  </c:pt>
                  <c:pt idx="8">
                    <c:v>Aug-26</c:v>
                  </c:pt>
                  <c:pt idx="9">
                    <c:v>Sep-26</c:v>
                  </c:pt>
                  <c:pt idx="10">
                    <c:v>Oct-26</c:v>
                  </c:pt>
                  <c:pt idx="11">
                    <c:v>Nov-26</c:v>
                  </c:pt>
                  <c:pt idx="12">
                    <c:v>Dec-26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0.13</c:v>
                </c:pt>
                <c:pt idx="2">
                  <c:v>3.22</c:v>
                </c:pt>
                <c:pt idx="3">
                  <c:v>7.32</c:v>
                </c:pt>
                <c:pt idx="4">
                  <c:v>7.709999999999999</c:v>
                </c:pt>
                <c:pt idx="5">
                  <c:v>2.9299999999999997</c:v>
                </c:pt>
                <c:pt idx="6">
                  <c:v>3.700000000000003</c:v>
                </c:pt>
                <c:pt idx="7">
                  <c:v>7.800000000000001</c:v>
                </c:pt>
                <c:pt idx="8">
                  <c:v>5.649999999999999</c:v>
                </c:pt>
                <c:pt idx="9">
                  <c:v>2.4499999999999957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Dec-25</c:v>
                  </c:pt>
                  <c:pt idx="1">
                    <c:v>Jan-26</c:v>
                  </c:pt>
                  <c:pt idx="2">
                    <c:v>Feb-26</c:v>
                  </c:pt>
                  <c:pt idx="3">
                    <c:v>Mar-26</c:v>
                  </c:pt>
                  <c:pt idx="4">
                    <c:v>Apr-26</c:v>
                  </c:pt>
                  <c:pt idx="5">
                    <c:v>May-26</c:v>
                  </c:pt>
                  <c:pt idx="6">
                    <c:v>Jun-26</c:v>
                  </c:pt>
                  <c:pt idx="7">
                    <c:v>Jul-26</c:v>
                  </c:pt>
                  <c:pt idx="8">
                    <c:v>Aug-26</c:v>
                  </c:pt>
                  <c:pt idx="9">
                    <c:v>Sep-26</c:v>
                  </c:pt>
                  <c:pt idx="10">
                    <c:v>Oct-26</c:v>
                  </c:pt>
                  <c:pt idx="11">
                    <c:v>Nov-26</c:v>
                  </c:pt>
                  <c:pt idx="12">
                    <c:v>Dec-26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0.11</c:v>
                </c:pt>
                <c:pt idx="1">
                  <c:v>11.3</c:v>
                </c:pt>
                <c:pt idx="2">
                  <c:v>28.95</c:v>
                </c:pt>
                <c:pt idx="3">
                  <c:v>50.65</c:v>
                </c:pt>
                <c:pt idx="4">
                  <c:v>69.17</c:v>
                </c:pt>
                <c:pt idx="5">
                  <c:v>84.88</c:v>
                </c:pt>
                <c:pt idx="6">
                  <c:v>94.03</c:v>
                </c:pt>
                <c:pt idx="7">
                  <c:v>94.03</c:v>
                </c:pt>
                <c:pt idx="8">
                  <c:v>94.03</c:v>
                </c:pt>
                <c:pt idx="9">
                  <c:v>94.7</c:v>
                </c:pt>
                <c:pt idx="10">
                  <c:v>98.22</c:v>
                </c:pt>
                <c:pt idx="11">
                  <c:v>99.62</c:v>
                </c:pt>
                <c:pt idx="12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1375C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Dec-25</c:v>
                  </c:pt>
                  <c:pt idx="1">
                    <c:v>Jan-26</c:v>
                  </c:pt>
                  <c:pt idx="2">
                    <c:v>Feb-26</c:v>
                  </c:pt>
                  <c:pt idx="3">
                    <c:v>Mar-26</c:v>
                  </c:pt>
                  <c:pt idx="4">
                    <c:v>Apr-26</c:v>
                  </c:pt>
                  <c:pt idx="5">
                    <c:v>May-26</c:v>
                  </c:pt>
                  <c:pt idx="6">
                    <c:v>Jun-26</c:v>
                  </c:pt>
                  <c:pt idx="7">
                    <c:v>Jul-26</c:v>
                  </c:pt>
                  <c:pt idx="8">
                    <c:v>Aug-26</c:v>
                  </c:pt>
                  <c:pt idx="9">
                    <c:v>Sep-26</c:v>
                  </c:pt>
                  <c:pt idx="10">
                    <c:v>Oct-26</c:v>
                  </c:pt>
                  <c:pt idx="11">
                    <c:v>Nov-26</c:v>
                  </c:pt>
                  <c:pt idx="12">
                    <c:v>Dec-26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0.13</c:v>
                </c:pt>
                <c:pt idx="2">
                  <c:v>3.35</c:v>
                </c:pt>
                <c:pt idx="3">
                  <c:v>10.67</c:v>
                </c:pt>
                <c:pt idx="4">
                  <c:v>18.38</c:v>
                </c:pt>
                <c:pt idx="5">
                  <c:v>21.31</c:v>
                </c:pt>
                <c:pt idx="6">
                  <c:v>25.01</c:v>
                </c:pt>
                <c:pt idx="7">
                  <c:v>32.81</c:v>
                </c:pt>
                <c:pt idx="8">
                  <c:v>38.46</c:v>
                </c:pt>
                <c:pt idx="9">
                  <c:v>40.91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0.68</c:v>
                </c:pt>
                <c:pt idx="1">
                  <c:v>9.58</c:v>
                </c:pt>
                <c:pt idx="2">
                  <c:v>23.260000000000005</c:v>
                </c:pt>
                <c:pt idx="3">
                  <c:v>16.4</c:v>
                </c:pt>
                <c:pt idx="4">
                  <c:v>15.86</c:v>
                </c:pt>
                <c:pt idx="5">
                  <c:v>1.6700000000000017</c:v>
                </c:pt>
                <c:pt idx="6">
                  <c:v>5.039999999999992</c:v>
                </c:pt>
                <c:pt idx="7">
                  <c:v>12.370000000000005</c:v>
                </c:pt>
                <c:pt idx="8">
                  <c:v>9.820000000000007</c:v>
                </c:pt>
                <c:pt idx="9">
                  <c:v>2.299999999999997</c:v>
                </c:pt>
                <c:pt idx="10">
                  <c:v>1.9099999999999966</c:v>
                </c:pt>
                <c:pt idx="11">
                  <c:v>1.1099999999999994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0.06</c:v>
                </c:pt>
                <c:pt idx="1">
                  <c:v>1.9499999999999997</c:v>
                </c:pt>
                <c:pt idx="2">
                  <c:v>4.2700000000000005</c:v>
                </c:pt>
                <c:pt idx="3">
                  <c:v>2.79</c:v>
                </c:pt>
                <c:pt idx="4">
                  <c:v>2.789999999999999</c:v>
                </c:pt>
                <c:pt idx="5">
                  <c:v>2.76</c:v>
                </c:pt>
                <c:pt idx="6">
                  <c:v>5.590000000000002</c:v>
                </c:pt>
                <c:pt idx="7">
                  <c:v>0.7199999999999989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0.68</c:v>
                </c:pt>
                <c:pt idx="1">
                  <c:v>10.26</c:v>
                </c:pt>
                <c:pt idx="2">
                  <c:v>33.52</c:v>
                </c:pt>
                <c:pt idx="3">
                  <c:v>49.92</c:v>
                </c:pt>
                <c:pt idx="4">
                  <c:v>65.78</c:v>
                </c:pt>
                <c:pt idx="5">
                  <c:v>67.45</c:v>
                </c:pt>
                <c:pt idx="6">
                  <c:v>72.49</c:v>
                </c:pt>
                <c:pt idx="7">
                  <c:v>84.86</c:v>
                </c:pt>
                <c:pt idx="8">
                  <c:v>94.68</c:v>
                </c:pt>
                <c:pt idx="9">
                  <c:v>96.98</c:v>
                </c:pt>
                <c:pt idx="10">
                  <c:v>98.89</c:v>
                </c:pt>
                <c:pt idx="11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0.06</c:v>
                </c:pt>
                <c:pt idx="1">
                  <c:v>2.01</c:v>
                </c:pt>
                <c:pt idx="2">
                  <c:v>6.28</c:v>
                </c:pt>
                <c:pt idx="3">
                  <c:v>9.07</c:v>
                </c:pt>
                <c:pt idx="4">
                  <c:v>11.86</c:v>
                </c:pt>
                <c:pt idx="5">
                  <c:v>14.62</c:v>
                </c:pt>
                <c:pt idx="6">
                  <c:v>20.21</c:v>
                </c:pt>
                <c:pt idx="7">
                  <c:v>20.93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Plan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  <c:pt idx="12">
                    <c:v>Jan-27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0.01</c:v>
                </c:pt>
                <c:pt idx="1">
                  <c:v>0.27999999999999997</c:v>
                </c:pt>
                <c:pt idx="2">
                  <c:v>33.47</c:v>
                </c:pt>
                <c:pt idx="3">
                  <c:v>23.590000000000003</c:v>
                </c:pt>
                <c:pt idx="4">
                  <c:v>8.490000000000002</c:v>
                </c:pt>
                <c:pt idx="5">
                  <c:v>1.519999999999996</c:v>
                </c:pt>
                <c:pt idx="6">
                  <c:v>0.0799999999999983</c:v>
                </c:pt>
                <c:pt idx="7">
                  <c:v>0.7800000000000011</c:v>
                </c:pt>
                <c:pt idx="8">
                  <c:v>9.590000000000003</c:v>
                </c:pt>
                <c:pt idx="9">
                  <c:v>10.329999999999998</c:v>
                </c:pt>
                <c:pt idx="10">
                  <c:v>8.290000000000006</c:v>
                </c:pt>
                <c:pt idx="11">
                  <c:v>2.1699999999999875</c:v>
                </c:pt>
                <c:pt idx="12">
                  <c:v>1.4000000000000057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Actual</c:v>
                </c:pt>
              </c:strCache>
            </c:strRef>
          </c:tx>
          <c:spPr>
            <a:solidFill>
              <a:srgbClr val="76BC21"/>
            </a:solidFill>
            <a:effectLst/>
          </c:spPr>
          <c:invertIfNegative val="0"/>
          <c:dLbls>
            <c:numFmt formatCode="0.0#\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  <c:pt idx="12">
                    <c:v>Jan-27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1.32</c:v>
                </c:pt>
                <c:pt idx="2">
                  <c:v>5.7299999999999995</c:v>
                </c:pt>
                <c:pt idx="3">
                  <c:v>2.170000000000001</c:v>
                </c:pt>
                <c:pt idx="4">
                  <c:v>9.929999999999998</c:v>
                </c:pt>
                <c:pt idx="5">
                  <c:v>8.370000000000001</c:v>
                </c:pt>
                <c:pt idx="6">
                  <c:v>6.59</c:v>
                </c:pt>
                <c:pt idx="7">
                  <c:v>0.7000000000000028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</c:ser>
        <c:dLbls>
          <c:numFmt formatCode="0.0#\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1375C"/>
            </a:solidFill>
            <a:ln w="38100" cap="flat">
              <a:solidFill>
                <a:srgbClr val="1137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1137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  <c:pt idx="12">
                    <c:v>Jan-27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0.01</c:v>
                </c:pt>
                <c:pt idx="1">
                  <c:v>0.29</c:v>
                </c:pt>
                <c:pt idx="2">
                  <c:v>33.76</c:v>
                </c:pt>
                <c:pt idx="3">
                  <c:v>57.35</c:v>
                </c:pt>
                <c:pt idx="4">
                  <c:v>65.84</c:v>
                </c:pt>
                <c:pt idx="5">
                  <c:v>67.36</c:v>
                </c:pt>
                <c:pt idx="6">
                  <c:v>67.44</c:v>
                </c:pt>
                <c:pt idx="7">
                  <c:v>68.22</c:v>
                </c:pt>
                <c:pt idx="8">
                  <c:v>77.81</c:v>
                </c:pt>
                <c:pt idx="9">
                  <c:v>88.14</c:v>
                </c:pt>
                <c:pt idx="10">
                  <c:v>96.43</c:v>
                </c:pt>
                <c:pt idx="11">
                  <c:v>98.6</c:v>
                </c:pt>
                <c:pt idx="12">
                  <c:v>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D4C426"/>
            </a:solidFill>
            <a:ln w="38100" cap="flat">
              <a:solidFill>
                <a:srgbClr val="D4C4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C426"/>
              </a:solidFill>
              <a:ln w="9525" cap="flat">
                <a:solidFill>
                  <a:srgbClr val="D4C4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Jan-26</c:v>
                  </c:pt>
                  <c:pt idx="1">
                    <c:v>Feb-26</c:v>
                  </c:pt>
                  <c:pt idx="2">
                    <c:v>Mar-26</c:v>
                  </c:pt>
                  <c:pt idx="3">
                    <c:v>Apr-26</c:v>
                  </c:pt>
                  <c:pt idx="4">
                    <c:v>May-26</c:v>
                  </c:pt>
                  <c:pt idx="5">
                    <c:v>Jun-26</c:v>
                  </c:pt>
                  <c:pt idx="6">
                    <c:v>Jul-26</c:v>
                  </c:pt>
                  <c:pt idx="7">
                    <c:v>Aug-26</c:v>
                  </c:pt>
                  <c:pt idx="8">
                    <c:v>Sep-26</c:v>
                  </c:pt>
                  <c:pt idx="9">
                    <c:v>Oct-26</c:v>
                  </c:pt>
                  <c:pt idx="10">
                    <c:v>Nov-26</c:v>
                  </c:pt>
                  <c:pt idx="11">
                    <c:v>Dec-26</c:v>
                  </c:pt>
                  <c:pt idx="12">
                    <c:v>Jan-27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1.32</c:v>
                </c:pt>
                <c:pt idx="2">
                  <c:v>7.05</c:v>
                </c:pt>
                <c:pt idx="3">
                  <c:v>9.22</c:v>
                </c:pt>
                <c:pt idx="4">
                  <c:v>19.15</c:v>
                </c:pt>
                <c:pt idx="5">
                  <c:v>27.52</c:v>
                </c:pt>
                <c:pt idx="6">
                  <c:v>34.11</c:v>
                </c:pt>
                <c:pt idx="7">
                  <c:v>34.81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Battery Energy Storage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Projects : FY 2026 – 27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22nd Sep 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Project Capacity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PSS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Energy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Dispatchable Energy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B9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PSS-11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1080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2436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2210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PSS-12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960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2166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1963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PSS-10(B)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600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1204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1078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PSS-09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1080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2436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2209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PSS-05(B)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1120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2527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2284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PSS-08(B)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843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758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5260 MW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11612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10502 MWh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Engineering Status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Drawings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Engineering Status (Cont.)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Drawings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- 384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material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- 48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- 16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- 384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 - 48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REINFORCEMENT STEEL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BOLT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FLANGE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PRECAST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(NHDT)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(BLADE)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(TOWER)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&amp; PPC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TRANSFORMER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HT PANEL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FO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HT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STONE COLUMN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&amp; USS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ROAD FOR WTG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LOGISTICS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FOR ERECTION (INCL.TURNING RADIUS)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CRANE PAD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USS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 LAYING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- 432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Supply Items To be deleted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- 54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- 9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- 432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- 432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Supply Iteams To be deleted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- 54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- 9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- 432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- 128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 -  Paramount - 7 Km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-24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 - 19 kms - DIAMOND POWER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3C X 300 SqmmDIAMOND POWER - 110 Kms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 - Paramount - 32 kms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 - Diamond  Paramount- 35 Km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Panel (Type NNX) - 384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Precast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 - Trisquare - 16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 - Delton - 37 Kms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of Battery Container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 Technical Investigation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 &amp; Drain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Room &amp; SGR (PEB Building)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ETC work - Service Order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of Battery container + PCS + EMS with PSS PPC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Cast in Situ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Precast CT, BOT, NIFPS etc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Erection Works - 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REINFORCEMENT STEEL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BOLT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FLANGE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PRECAST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(NHDT)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(BLADE)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(TOWER)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&amp; PPC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TRANSFORMER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HT PANEL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FO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HT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STONE COLUMN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&amp; USS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ROAD FOR WTG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LOGISTICS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FOR ERECTION (INCL.TURNING RADIUS)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CRANE PAD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USS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 LAYING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REINFORCEMENT STEEL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BOLT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ANCHOR FLANGE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PRECAST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(NHDT)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(BLADE)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(TOWER)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&amp; PPC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TRANSFORMER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USS HT PANEL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FO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33KV HT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STONE COLUMN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&amp; USS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 ROAD FOR WTG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LOGISTICS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 FOR ERECTION (INCL.TURNING RADIUS)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CRANE PAD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WTG ERECTION RELATED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USS SERVICES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 LAYING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- 384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Supply Iteams To be deleted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- 48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- 16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- 384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- 432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Supply Iteams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(FO)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- 54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 - 80 kms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- 9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- 432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- 168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PEB Structure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- 21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- 4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- 168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- 448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 Supply Iteams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- 56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- 20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 171 km.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- 10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- 448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- 240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Material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- 30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- 5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- 240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Container - 240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 Material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 Fibre Cable (OFC)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Converter Transformer (CT) (Incl. NIFPS) - 30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 Switchgear - 10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1C X 400 Sqmm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Cables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- 5 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 cable - 3.5X50 mm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 - 240 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Precast Structure ordering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SCADA Control Cable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Compliance Study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- Piling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Ordering Status (Cont.)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PR/Indent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Number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Finalization of consultant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Structural/PEB 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work-ACDC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Civil works BOP( Equi. Foundation,HF)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Status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MDCC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at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Status (Cont.)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MDCC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at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Status (Cont.)</a:t>
            </a:r>
            <a:endParaRPr lang="en-US" sz="2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MDCC 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at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11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12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10B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9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5B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Physical Progress: PSS 8B S-Curve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Civil Detailed Progress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02 -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Civil Detailed Progress (Cont.)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03 -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04 -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05 -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Civil Detailed Progress (Cont.)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06 -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07 -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Civil Detailed Progress (Cont.)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08 -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8:CIV:BC - BCF - Driven Cast in-situ Piling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PIT &amp; Chipping of Pile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01 -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1:CIV:BC - BCF - PIT &amp; Chipping of Pile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Electrical Progress</a:t>
            </a:r>
            <a:endParaRPr lang="en-US" sz="2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2 -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2:ERE:BC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Electrical Progress (Cont.)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3 -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3:ERE:BC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4 -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4:ERE:BC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5 -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5:ERE:BC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Electrical Progress (Cont.)</a:t>
            </a:r>
            <a:endParaRPr lang="en-US" sz="2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6 -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6:ERE:BC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7 -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7:ERE:BC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Erectionr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 BCT-3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Electrical Progress (Cont.)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28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 BCT-4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 BCT-5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8 - BCT 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8:ERE:BC - Container Erection BCT-6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1:ERE:PCS - PCS Erection BCT-1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1 - BCT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BLK 1:ERE:PCS - PCS Erection BCT-2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Adani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CPAG Deck</dc:title>
  <dc:subject>PptxGenJS Presentation</dc:subject>
  <dc:creator>Adani BESS</dc:creator>
  <cp:lastModifiedBy>Adani BESS</cp:lastModifiedBy>
  <cp:revision>1</cp:revision>
  <dcterms:created xsi:type="dcterms:W3CDTF">2026-09-22T13:07:47Z</dcterms:created>
  <dcterms:modified xsi:type="dcterms:W3CDTF">2026-09-22T13:07:47Z</dcterms:modified>
</cp:coreProperties>
</file>